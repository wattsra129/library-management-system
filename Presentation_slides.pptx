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i Allen" userId="8697e8b06f1f1f2e" providerId="LiveId" clId="{C784CAB9-C28D-490E-957D-D3E065D0B535}"/>
    <pc:docChg chg="custSel addSld modSld">
      <pc:chgData name="Lori Allen" userId="8697e8b06f1f1f2e" providerId="LiveId" clId="{C784CAB9-C28D-490E-957D-D3E065D0B535}" dt="2025-12-20T04:35:56.894" v="676" actId="5793"/>
      <pc:docMkLst>
        <pc:docMk/>
      </pc:docMkLst>
      <pc:sldChg chg="modSp mod">
        <pc:chgData name="Lori Allen" userId="8697e8b06f1f1f2e" providerId="LiveId" clId="{C784CAB9-C28D-490E-957D-D3E065D0B535}" dt="2025-12-20T04:34:05.528" v="652"/>
        <pc:sldMkLst>
          <pc:docMk/>
          <pc:sldMk cId="2089286165" sldId="256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2089286165" sldId="256"/>
            <ac:spMk id="2" creationId="{6E29F9DA-28D3-D505-D743-373FFE3BB47B}"/>
          </ac:spMkLst>
        </pc:spChg>
        <pc:spChg chg="mod">
          <ac:chgData name="Lori Allen" userId="8697e8b06f1f1f2e" providerId="LiveId" clId="{C784CAB9-C28D-490E-957D-D3E065D0B535}" dt="2025-12-20T04:34:05.528" v="652"/>
          <ac:spMkLst>
            <pc:docMk/>
            <pc:sldMk cId="2089286165" sldId="256"/>
            <ac:spMk id="3" creationId="{452E40D4-AC3E-A41F-1877-0F9E4A500C5D}"/>
          </ac:spMkLst>
        </pc:spChg>
      </pc:sldChg>
      <pc:sldChg chg="modSp new mod">
        <pc:chgData name="Lori Allen" userId="8697e8b06f1f1f2e" providerId="LiveId" clId="{C784CAB9-C28D-490E-957D-D3E065D0B535}" dt="2025-12-20T04:34:05.701" v="653" actId="27636"/>
        <pc:sldMkLst>
          <pc:docMk/>
          <pc:sldMk cId="1260127879" sldId="257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1260127879" sldId="257"/>
            <ac:spMk id="2" creationId="{804FF723-B4FF-45F3-7F01-04F51E425514}"/>
          </ac:spMkLst>
        </pc:spChg>
        <pc:spChg chg="mod">
          <ac:chgData name="Lori Allen" userId="8697e8b06f1f1f2e" providerId="LiveId" clId="{C784CAB9-C28D-490E-957D-D3E065D0B535}" dt="2025-12-20T04:34:05.701" v="653" actId="27636"/>
          <ac:spMkLst>
            <pc:docMk/>
            <pc:sldMk cId="1260127879" sldId="257"/>
            <ac:spMk id="3" creationId="{8A5C19CE-4FE5-5CCB-289C-F304F80E57F5}"/>
          </ac:spMkLst>
        </pc:spChg>
      </pc:sldChg>
      <pc:sldChg chg="modSp new mod">
        <pc:chgData name="Lori Allen" userId="8697e8b06f1f1f2e" providerId="LiveId" clId="{C784CAB9-C28D-490E-957D-D3E065D0B535}" dt="2025-12-20T04:35:56.894" v="676" actId="5793"/>
        <pc:sldMkLst>
          <pc:docMk/>
          <pc:sldMk cId="358176613" sldId="258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358176613" sldId="258"/>
            <ac:spMk id="2" creationId="{36CAEBE8-D398-97FA-047C-68385EFDF4FA}"/>
          </ac:spMkLst>
        </pc:spChg>
        <pc:spChg chg="mod">
          <ac:chgData name="Lori Allen" userId="8697e8b06f1f1f2e" providerId="LiveId" clId="{C784CAB9-C28D-490E-957D-D3E065D0B535}" dt="2025-12-20T04:35:56.894" v="676" actId="5793"/>
          <ac:spMkLst>
            <pc:docMk/>
            <pc:sldMk cId="358176613" sldId="258"/>
            <ac:spMk id="3" creationId="{446C4E5E-C310-1F76-3017-44B198925911}"/>
          </ac:spMkLst>
        </pc:spChg>
      </pc:sldChg>
      <pc:sldChg chg="modSp new mod">
        <pc:chgData name="Lori Allen" userId="8697e8b06f1f1f2e" providerId="LiveId" clId="{C784CAB9-C28D-490E-957D-D3E065D0B535}" dt="2025-12-20T04:34:05.728" v="655" actId="27636"/>
        <pc:sldMkLst>
          <pc:docMk/>
          <pc:sldMk cId="553478169" sldId="259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553478169" sldId="259"/>
            <ac:spMk id="2" creationId="{3E7B8812-BF12-DB81-730B-7E1E8E3CD9A4}"/>
          </ac:spMkLst>
        </pc:spChg>
        <pc:spChg chg="mod">
          <ac:chgData name="Lori Allen" userId="8697e8b06f1f1f2e" providerId="LiveId" clId="{C784CAB9-C28D-490E-957D-D3E065D0B535}" dt="2025-12-20T04:34:05.728" v="655" actId="27636"/>
          <ac:spMkLst>
            <pc:docMk/>
            <pc:sldMk cId="553478169" sldId="259"/>
            <ac:spMk id="3" creationId="{8C11FF78-EBC9-6C44-DB17-3CB738ADA174}"/>
          </ac:spMkLst>
        </pc:spChg>
      </pc:sldChg>
      <pc:sldChg chg="modSp new mod">
        <pc:chgData name="Lori Allen" userId="8697e8b06f1f1f2e" providerId="LiveId" clId="{C784CAB9-C28D-490E-957D-D3E065D0B535}" dt="2025-12-20T04:35:30.078" v="670" actId="5793"/>
        <pc:sldMkLst>
          <pc:docMk/>
          <pc:sldMk cId="2191478926" sldId="260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2191478926" sldId="260"/>
            <ac:spMk id="2" creationId="{88EAB7DC-45FD-4858-8422-FE6F976DBBF8}"/>
          </ac:spMkLst>
        </pc:spChg>
        <pc:spChg chg="mod">
          <ac:chgData name="Lori Allen" userId="8697e8b06f1f1f2e" providerId="LiveId" clId="{C784CAB9-C28D-490E-957D-D3E065D0B535}" dt="2025-12-20T04:35:30.078" v="670" actId="5793"/>
          <ac:spMkLst>
            <pc:docMk/>
            <pc:sldMk cId="2191478926" sldId="260"/>
            <ac:spMk id="3" creationId="{3F2C8FF3-0206-1C69-E149-11BD561DA09E}"/>
          </ac:spMkLst>
        </pc:spChg>
      </pc:sldChg>
      <pc:sldChg chg="modSp new mod">
        <pc:chgData name="Lori Allen" userId="8697e8b06f1f1f2e" providerId="LiveId" clId="{C784CAB9-C28D-490E-957D-D3E065D0B535}" dt="2025-12-20T04:35:40.708" v="673" actId="5793"/>
        <pc:sldMkLst>
          <pc:docMk/>
          <pc:sldMk cId="3514125687" sldId="261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3514125687" sldId="261"/>
            <ac:spMk id="2" creationId="{6A92BE12-5A9A-1D00-2DE6-CBDD013DF399}"/>
          </ac:spMkLst>
        </pc:spChg>
        <pc:spChg chg="mod">
          <ac:chgData name="Lori Allen" userId="8697e8b06f1f1f2e" providerId="LiveId" clId="{C784CAB9-C28D-490E-957D-D3E065D0B535}" dt="2025-12-20T04:35:40.708" v="673" actId="5793"/>
          <ac:spMkLst>
            <pc:docMk/>
            <pc:sldMk cId="3514125687" sldId="261"/>
            <ac:spMk id="3" creationId="{10A63BD9-244C-4DC9-1018-C404AD3F0020}"/>
          </ac:spMkLst>
        </pc:spChg>
      </pc:sldChg>
      <pc:sldChg chg="modSp new mod">
        <pc:chgData name="Lori Allen" userId="8697e8b06f1f1f2e" providerId="LiveId" clId="{C784CAB9-C28D-490E-957D-D3E065D0B535}" dt="2025-12-20T04:34:05.528" v="652"/>
        <pc:sldMkLst>
          <pc:docMk/>
          <pc:sldMk cId="701864563" sldId="262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701864563" sldId="262"/>
            <ac:spMk id="2" creationId="{DC5B179F-B335-CC7E-00A6-E7DAB7895802}"/>
          </ac:spMkLst>
        </pc:spChg>
        <pc:spChg chg="mod">
          <ac:chgData name="Lori Allen" userId="8697e8b06f1f1f2e" providerId="LiveId" clId="{C784CAB9-C28D-490E-957D-D3E065D0B535}" dt="2025-12-20T04:34:05.528" v="652"/>
          <ac:spMkLst>
            <pc:docMk/>
            <pc:sldMk cId="701864563" sldId="262"/>
            <ac:spMk id="3" creationId="{5EE8629C-B601-C6EE-F104-96AC928BD5D6}"/>
          </ac:spMkLst>
        </pc:spChg>
      </pc:sldChg>
      <pc:sldChg chg="modSp new mod">
        <pc:chgData name="Lori Allen" userId="8697e8b06f1f1f2e" providerId="LiveId" clId="{C784CAB9-C28D-490E-957D-D3E065D0B535}" dt="2025-12-20T04:34:05.734" v="656" actId="27636"/>
        <pc:sldMkLst>
          <pc:docMk/>
          <pc:sldMk cId="2516577478" sldId="263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2516577478" sldId="263"/>
            <ac:spMk id="2" creationId="{201615E0-DFFB-5EE1-EA99-62901513E53D}"/>
          </ac:spMkLst>
        </pc:spChg>
        <pc:spChg chg="mod">
          <ac:chgData name="Lori Allen" userId="8697e8b06f1f1f2e" providerId="LiveId" clId="{C784CAB9-C28D-490E-957D-D3E065D0B535}" dt="2025-12-20T04:34:05.734" v="656" actId="27636"/>
          <ac:spMkLst>
            <pc:docMk/>
            <pc:sldMk cId="2516577478" sldId="263"/>
            <ac:spMk id="3" creationId="{68ACCBDF-E63A-9488-7223-D65BBC181832}"/>
          </ac:spMkLst>
        </pc:spChg>
      </pc:sldChg>
      <pc:sldChg chg="modSp new mod">
        <pc:chgData name="Lori Allen" userId="8697e8b06f1f1f2e" providerId="LiveId" clId="{C784CAB9-C28D-490E-957D-D3E065D0B535}" dt="2025-12-20T04:34:05.528" v="652"/>
        <pc:sldMkLst>
          <pc:docMk/>
          <pc:sldMk cId="1459079941" sldId="264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1459079941" sldId="264"/>
            <ac:spMk id="2" creationId="{AA798128-CE5B-A723-A2A1-62428C96DB0B}"/>
          </ac:spMkLst>
        </pc:spChg>
        <pc:spChg chg="mod">
          <ac:chgData name="Lori Allen" userId="8697e8b06f1f1f2e" providerId="LiveId" clId="{C784CAB9-C28D-490E-957D-D3E065D0B535}" dt="2025-12-20T04:34:05.528" v="652"/>
          <ac:spMkLst>
            <pc:docMk/>
            <pc:sldMk cId="1459079941" sldId="264"/>
            <ac:spMk id="3" creationId="{D199621E-5093-3DC8-239C-5BAD950C3012}"/>
          </ac:spMkLst>
        </pc:spChg>
      </pc:sldChg>
      <pc:sldChg chg="modSp new mod">
        <pc:chgData name="Lori Allen" userId="8697e8b06f1f1f2e" providerId="LiveId" clId="{C784CAB9-C28D-490E-957D-D3E065D0B535}" dt="2025-12-20T04:34:05.741" v="657" actId="27636"/>
        <pc:sldMkLst>
          <pc:docMk/>
          <pc:sldMk cId="2943804900" sldId="265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2943804900" sldId="265"/>
            <ac:spMk id="2" creationId="{924B9593-9ACE-85E9-EB01-138C3FF4C7D7}"/>
          </ac:spMkLst>
        </pc:spChg>
        <pc:spChg chg="mod">
          <ac:chgData name="Lori Allen" userId="8697e8b06f1f1f2e" providerId="LiveId" clId="{C784CAB9-C28D-490E-957D-D3E065D0B535}" dt="2025-12-20T04:34:05.741" v="657" actId="27636"/>
          <ac:spMkLst>
            <pc:docMk/>
            <pc:sldMk cId="2943804900" sldId="265"/>
            <ac:spMk id="3" creationId="{3F5FAF31-E6F0-A6FD-300A-D5EC66EFDA1E}"/>
          </ac:spMkLst>
        </pc:spChg>
      </pc:sldChg>
      <pc:sldChg chg="modSp new mod">
        <pc:chgData name="Lori Allen" userId="8697e8b06f1f1f2e" providerId="LiveId" clId="{C784CAB9-C28D-490E-957D-D3E065D0B535}" dt="2025-12-20T04:34:05.744" v="658" actId="27636"/>
        <pc:sldMkLst>
          <pc:docMk/>
          <pc:sldMk cId="428033352" sldId="266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428033352" sldId="266"/>
            <ac:spMk id="2" creationId="{DAB14704-F9AE-5C80-BE22-A6D642961249}"/>
          </ac:spMkLst>
        </pc:spChg>
        <pc:spChg chg="mod">
          <ac:chgData name="Lori Allen" userId="8697e8b06f1f1f2e" providerId="LiveId" clId="{C784CAB9-C28D-490E-957D-D3E065D0B535}" dt="2025-12-20T04:34:05.744" v="658" actId="27636"/>
          <ac:spMkLst>
            <pc:docMk/>
            <pc:sldMk cId="428033352" sldId="266"/>
            <ac:spMk id="3" creationId="{8FEC5544-E55C-B86C-0232-5BF105FCE1DD}"/>
          </ac:spMkLst>
        </pc:spChg>
      </pc:sldChg>
      <pc:sldChg chg="modSp new mod">
        <pc:chgData name="Lori Allen" userId="8697e8b06f1f1f2e" providerId="LiveId" clId="{C784CAB9-C28D-490E-957D-D3E065D0B535}" dt="2025-12-20T04:34:05.748" v="659" actId="27636"/>
        <pc:sldMkLst>
          <pc:docMk/>
          <pc:sldMk cId="3764690220" sldId="267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3764690220" sldId="267"/>
            <ac:spMk id="2" creationId="{3C099941-4276-F0DC-52E2-42D3C2CD4B41}"/>
          </ac:spMkLst>
        </pc:spChg>
        <pc:spChg chg="mod">
          <ac:chgData name="Lori Allen" userId="8697e8b06f1f1f2e" providerId="LiveId" clId="{C784CAB9-C28D-490E-957D-D3E065D0B535}" dt="2025-12-20T04:34:05.748" v="659" actId="27636"/>
          <ac:spMkLst>
            <pc:docMk/>
            <pc:sldMk cId="3764690220" sldId="267"/>
            <ac:spMk id="3" creationId="{CBB0687C-7711-B55E-99A7-A53173DD88CB}"/>
          </ac:spMkLst>
        </pc:spChg>
      </pc:sldChg>
      <pc:sldChg chg="modSp new mod">
        <pc:chgData name="Lori Allen" userId="8697e8b06f1f1f2e" providerId="LiveId" clId="{C784CAB9-C28D-490E-957D-D3E065D0B535}" dt="2025-12-20T04:34:05.748" v="660" actId="27636"/>
        <pc:sldMkLst>
          <pc:docMk/>
          <pc:sldMk cId="3041054788" sldId="268"/>
        </pc:sldMkLst>
        <pc:spChg chg="mod">
          <ac:chgData name="Lori Allen" userId="8697e8b06f1f1f2e" providerId="LiveId" clId="{C784CAB9-C28D-490E-957D-D3E065D0B535}" dt="2025-12-20T04:34:05.528" v="652"/>
          <ac:spMkLst>
            <pc:docMk/>
            <pc:sldMk cId="3041054788" sldId="268"/>
            <ac:spMk id="2" creationId="{0C0220C4-F153-3A2F-7643-EC0087351ADB}"/>
          </ac:spMkLst>
        </pc:spChg>
        <pc:spChg chg="mod">
          <ac:chgData name="Lori Allen" userId="8697e8b06f1f1f2e" providerId="LiveId" clId="{C784CAB9-C28D-490E-957D-D3E065D0B535}" dt="2025-12-20T04:34:05.748" v="660" actId="27636"/>
          <ac:spMkLst>
            <pc:docMk/>
            <pc:sldMk cId="3041054788" sldId="268"/>
            <ac:spMk id="3" creationId="{C468F1D0-812D-1A02-DD6E-8D91D03E71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5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3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8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34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93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4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2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7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90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55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4010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19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92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41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70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8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33E28-6BED-4B53-B1C7-9F8ED8C8F57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6657C-C38A-42FA-B6C5-4168AC4496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79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attsra129/Library-Management-System/tree/ma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F9DA-28D3-D505-D743-373FFE3BB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Library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E40D4-AC3E-A41F-1877-0F9E4A500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Rachel Watts</a:t>
            </a:r>
          </a:p>
          <a:p>
            <a:r>
              <a:rPr lang="en-US" dirty="0">
                <a:hlinkClick r:id="rId2"/>
              </a:rPr>
              <a:t>Library-Management-System/ at main · wattsra129/Library-Management-System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86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FF723-B4FF-45F3-7F01-04F51E42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C19CE-4FE5-5CCB-289C-F304F80E5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The Problem</a:t>
            </a:r>
          </a:p>
          <a:p>
            <a:pPr marL="0" indent="0">
              <a:buNone/>
            </a:pPr>
            <a:r>
              <a:rPr lang="en-US" dirty="0"/>
              <a:t>Many libraries still rely on:</a:t>
            </a:r>
          </a:p>
          <a:p>
            <a:r>
              <a:rPr lang="en-US" dirty="0"/>
              <a:t>Paper records</a:t>
            </a:r>
          </a:p>
          <a:p>
            <a:r>
              <a:rPr lang="en-US" dirty="0"/>
              <a:t>Spreadsheets</a:t>
            </a:r>
          </a:p>
          <a:p>
            <a:r>
              <a:rPr lang="en-US" dirty="0"/>
              <a:t>Manual tracking</a:t>
            </a:r>
          </a:p>
          <a:p>
            <a:pPr marL="0" indent="0">
              <a:buNone/>
            </a:pPr>
            <a:r>
              <a:rPr lang="en-US" dirty="0"/>
              <a:t>These methods are: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</a:p>
          <a:p>
            <a:r>
              <a:rPr lang="en-US" dirty="0"/>
              <a:t>Inefficient for staff and members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2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EBE8-D398-97FA-047C-68385EFD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C4E5E-C310-1F76-3017-44B198925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The Solution</a:t>
            </a:r>
          </a:p>
          <a:p>
            <a:pPr marL="0" indent="0">
              <a:buNone/>
            </a:pPr>
            <a:r>
              <a:rPr lang="en-US" dirty="0"/>
              <a:t>The Library Management System automates:</a:t>
            </a:r>
          </a:p>
          <a:p>
            <a:r>
              <a:rPr lang="en-US" dirty="0"/>
              <a:t>Book tracking</a:t>
            </a:r>
          </a:p>
          <a:p>
            <a:r>
              <a:rPr lang="en-US" dirty="0"/>
              <a:t>Borrowing and returning</a:t>
            </a:r>
          </a:p>
          <a:p>
            <a:r>
              <a:rPr lang="en-US" dirty="0"/>
              <a:t>Availability updates</a:t>
            </a:r>
          </a:p>
          <a:p>
            <a:r>
              <a:rPr lang="en-US" dirty="0"/>
              <a:t>Overdue detection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reduces librarian workload and improves accuracy.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8812-BF12-DB81-730B-7E1E8E3C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it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1FF78-EBC9-6C44-DB17-3CB738AD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Target Users</a:t>
            </a:r>
          </a:p>
          <a:p>
            <a:r>
              <a:rPr lang="en-US" dirty="0"/>
              <a:t>Library members</a:t>
            </a:r>
          </a:p>
          <a:p>
            <a:r>
              <a:rPr lang="en-US" dirty="0"/>
              <a:t>Librarians</a:t>
            </a:r>
          </a:p>
          <a:p>
            <a:r>
              <a:rPr lang="en-US" dirty="0"/>
              <a:t>Small public or school libraries</a:t>
            </a:r>
          </a:p>
          <a:p>
            <a:pPr marL="0" indent="0">
              <a:buNone/>
            </a:pPr>
            <a:r>
              <a:rPr lang="en-US" b="1" dirty="0"/>
              <a:t>Key Benefits</a:t>
            </a:r>
          </a:p>
          <a:p>
            <a:r>
              <a:rPr lang="en-US" dirty="0"/>
              <a:t>Faster access to book information</a:t>
            </a:r>
          </a:p>
          <a:p>
            <a:r>
              <a:rPr lang="en-US" dirty="0"/>
              <a:t>Reduced administrative work</a:t>
            </a:r>
          </a:p>
          <a:p>
            <a:r>
              <a:rPr lang="en-US" dirty="0"/>
              <a:t>More reliable records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478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B7DC-45FD-4858-8422-FE6F976D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8FF3-0206-1C69-E149-11BD561D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Demo Roadmap</a:t>
            </a:r>
          </a:p>
          <a:p>
            <a:r>
              <a:rPr lang="en-US" dirty="0"/>
              <a:t>Search for books</a:t>
            </a:r>
          </a:p>
          <a:p>
            <a:r>
              <a:rPr lang="en-US" dirty="0"/>
              <a:t>Borrow a book</a:t>
            </a:r>
          </a:p>
          <a:p>
            <a:r>
              <a:rPr lang="en-US" dirty="0"/>
              <a:t>Automatic availability update </a:t>
            </a:r>
          </a:p>
          <a:p>
            <a:r>
              <a:rPr lang="en-US" dirty="0"/>
              <a:t>Return and overdue detection</a:t>
            </a:r>
          </a:p>
          <a:p>
            <a:r>
              <a:rPr lang="en-US" dirty="0"/>
              <a:t>Librarian inventory management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I’ll focus on the system’s automation and backend logic rather than basic login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219147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BE12-5A9A-1D00-2DE6-CBDD013DF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3BD9-244C-4DC9-1018-C404AD3F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System Architecture</a:t>
            </a:r>
          </a:p>
          <a:p>
            <a:r>
              <a:rPr lang="en-US" dirty="0"/>
              <a:t>Presentation Layer: Console-based UI</a:t>
            </a:r>
          </a:p>
          <a:p>
            <a:r>
              <a:rPr lang="en-US" dirty="0"/>
              <a:t>Application Layer: Business logic (Java classes)</a:t>
            </a:r>
          </a:p>
          <a:p>
            <a:r>
              <a:rPr lang="en-US" dirty="0"/>
              <a:t>Data Layer: In-memory storage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layered architecture separates concerns and allows the system to scale in the future.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12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179F-B335-CC7E-00A6-E7DAB789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Search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8629C-B601-C6EE-F104-96AC928BD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Book Search</a:t>
            </a:r>
          </a:p>
          <a:p>
            <a:r>
              <a:rPr lang="en-US" dirty="0"/>
              <a:t>Search by title or author</a:t>
            </a:r>
          </a:p>
          <a:p>
            <a:r>
              <a:rPr lang="en-US" dirty="0"/>
              <a:t>Instant availability status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system retrieves book data and immediately shows availability without manual lookup.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6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15E0-DFFB-5EE1-EA99-62901513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Borrow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CCBDF-E63A-9488-7223-D65BBC181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Borrow a Book</a:t>
            </a:r>
          </a:p>
          <a:p>
            <a:pPr marL="0" indent="0">
              <a:buNone/>
            </a:pPr>
            <a:r>
              <a:rPr lang="en-US" dirty="0"/>
              <a:t>When a member borrows a book, the system automatically:</a:t>
            </a:r>
          </a:p>
          <a:p>
            <a:r>
              <a:rPr lang="en-US" dirty="0"/>
              <a:t>Updates availability</a:t>
            </a:r>
          </a:p>
          <a:p>
            <a:r>
              <a:rPr lang="en-US" dirty="0"/>
              <a:t>Assigns a due date</a:t>
            </a:r>
          </a:p>
          <a:p>
            <a:r>
              <a:rPr lang="en-US" dirty="0"/>
              <a:t>Records the transaction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process happens automatically without librarian intervention.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57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8128-CE5B-A723-A2A1-62428C96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and Overdue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621E-5093-3DC8-239C-5BAD950C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Return &amp; Overdue Detection</a:t>
            </a:r>
          </a:p>
          <a:p>
            <a:r>
              <a:rPr lang="en-US" dirty="0"/>
              <a:t>Book status updates instantly</a:t>
            </a:r>
          </a:p>
          <a:p>
            <a:r>
              <a:rPr lang="en-US" dirty="0"/>
              <a:t>System checks if the book is overdue</a:t>
            </a:r>
          </a:p>
          <a:p>
            <a:r>
              <a:rPr lang="en-US" dirty="0"/>
              <a:t>Displays fines if applicable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system handles overdue detection automatically during the return process</a:t>
            </a:r>
          </a:p>
        </p:txBody>
      </p:sp>
    </p:spTree>
    <p:extLst>
      <p:ext uri="{BB962C8B-B14F-4D97-AF65-F5344CB8AC3E}">
        <p14:creationId xmlns:p14="http://schemas.microsoft.com/office/powerpoint/2010/main" val="145907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9593-9ACE-85E9-EB01-138C3FF4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Librarian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FAF31-E6F0-A6FD-300A-D5EC66EFD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Librarian Capabilities</a:t>
            </a:r>
          </a:p>
          <a:p>
            <a:r>
              <a:rPr lang="en-US" dirty="0"/>
              <a:t>Add new books</a:t>
            </a:r>
          </a:p>
          <a:p>
            <a:r>
              <a:rPr lang="en-US" dirty="0"/>
              <a:t>Edit book details</a:t>
            </a:r>
          </a:p>
          <a:p>
            <a:r>
              <a:rPr lang="en-US" dirty="0"/>
              <a:t>Remove books</a:t>
            </a:r>
          </a:p>
          <a:p>
            <a:r>
              <a:rPr lang="en-US" dirty="0"/>
              <a:t>View overdue items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allows librarians to manage inventory efficiently without external tools.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0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4704-F9AE-5C80-BE22-A6D64296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C5544-E55C-B86C-0232-5BF105FC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Automatic availability updates </a:t>
            </a:r>
          </a:p>
          <a:p>
            <a:r>
              <a:rPr lang="en-US" dirty="0"/>
              <a:t>Due date assignment </a:t>
            </a:r>
          </a:p>
          <a:p>
            <a:r>
              <a:rPr lang="en-US" dirty="0"/>
              <a:t>Overdue detection</a:t>
            </a:r>
          </a:p>
          <a:p>
            <a:r>
              <a:rPr lang="en-US" dirty="0"/>
              <a:t>Reduced user effort </a:t>
            </a:r>
          </a:p>
          <a:p>
            <a:r>
              <a:rPr lang="en-US" dirty="0"/>
              <a:t>Minimal clicks and input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system minimizes user effort and reduces errors through built-in automation.</a:t>
            </a:r>
          </a:p>
        </p:txBody>
      </p:sp>
    </p:spTree>
    <p:extLst>
      <p:ext uri="{BB962C8B-B14F-4D97-AF65-F5344CB8AC3E}">
        <p14:creationId xmlns:p14="http://schemas.microsoft.com/office/powerpoint/2010/main" val="428033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9941-4276-F0DC-52E2-42D3C2CD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687C-7711-B55E-99A7-A53173DD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Technical Implementation</a:t>
            </a:r>
          </a:p>
          <a:p>
            <a:r>
              <a:rPr lang="en-US" dirty="0"/>
              <a:t>Java-based application</a:t>
            </a:r>
          </a:p>
          <a:p>
            <a:r>
              <a:rPr lang="en-US" dirty="0"/>
              <a:t>Object-oriented design</a:t>
            </a:r>
          </a:p>
          <a:p>
            <a:r>
              <a:rPr lang="en-US" dirty="0"/>
              <a:t>Layered architecture</a:t>
            </a:r>
          </a:p>
          <a:p>
            <a:r>
              <a:rPr lang="en-US" dirty="0"/>
              <a:t>Designed for future database integration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design supports scalability and future enhancements.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90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20C4-F153-3A2F-7643-EC0087351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8F1D0-812D-1A02-DD6E-8D91D03E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Future Improvements</a:t>
            </a:r>
          </a:p>
          <a:p>
            <a:r>
              <a:rPr lang="en-US" dirty="0"/>
              <a:t>MySQL database integration</a:t>
            </a:r>
          </a:p>
          <a:p>
            <a:r>
              <a:rPr lang="en-US" dirty="0"/>
              <a:t>Web-based UI</a:t>
            </a:r>
          </a:p>
          <a:p>
            <a:r>
              <a:rPr lang="en-US" dirty="0"/>
              <a:t>Reservation &amp; waitlist system</a:t>
            </a:r>
          </a:p>
          <a:p>
            <a:r>
              <a:rPr lang="en-US" dirty="0"/>
              <a:t>Email notifications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current system is a functional prototype with a clear path for expansion.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547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</TotalTime>
  <Words>365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</vt:lpstr>
      <vt:lpstr>Library Management System</vt:lpstr>
      <vt:lpstr>Problem Statement</vt:lpstr>
      <vt:lpstr>Solution Overview</vt:lpstr>
      <vt:lpstr>Who is it for?</vt:lpstr>
      <vt:lpstr>Feature Roadmap</vt:lpstr>
      <vt:lpstr>System Architecture</vt:lpstr>
      <vt:lpstr>Book Search </vt:lpstr>
      <vt:lpstr>Borrow Automation</vt:lpstr>
      <vt:lpstr>Return and Overdue Logic</vt:lpstr>
      <vt:lpstr>Librarian Functions</vt:lpstr>
      <vt:lpstr>Automation Highlights</vt:lpstr>
      <vt:lpstr>Technical Complexity</vt:lpstr>
      <vt:lpstr>Future Enhancements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 Allen</dc:creator>
  <cp:lastModifiedBy>Lori Allen</cp:lastModifiedBy>
  <cp:revision>1</cp:revision>
  <dcterms:created xsi:type="dcterms:W3CDTF">2025-12-20T04:17:16Z</dcterms:created>
  <dcterms:modified xsi:type="dcterms:W3CDTF">2025-12-20T04:36:32Z</dcterms:modified>
</cp:coreProperties>
</file>